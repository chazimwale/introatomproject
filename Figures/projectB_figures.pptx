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D3E691D-6525-4417-84E4-67518046711E}" v="2" dt="2025-11-09T00:19:00.51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>
        <p:scale>
          <a:sx n="100" d="100"/>
          <a:sy n="100" d="100"/>
        </p:scale>
        <p:origin x="-27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azi Mwale" userId="6874ddde-1309-4f67-b03e-c1b3fdb449a9" providerId="ADAL" clId="{586BAB50-BCA5-4BC8-A709-1002F1D38A04}"/>
    <pc:docChg chg="undo custSel addSld modSld">
      <pc:chgData name="Chazi Mwale" userId="6874ddde-1309-4f67-b03e-c1b3fdb449a9" providerId="ADAL" clId="{586BAB50-BCA5-4BC8-A709-1002F1D38A04}" dt="2025-11-09T00:23:42.360" v="58" actId="14100"/>
      <pc:docMkLst>
        <pc:docMk/>
      </pc:docMkLst>
      <pc:sldChg chg="addSp delSp modSp new mod">
        <pc:chgData name="Chazi Mwale" userId="6874ddde-1309-4f67-b03e-c1b3fdb449a9" providerId="ADAL" clId="{586BAB50-BCA5-4BC8-A709-1002F1D38A04}" dt="2025-11-09T00:23:42.360" v="58" actId="14100"/>
        <pc:sldMkLst>
          <pc:docMk/>
          <pc:sldMk cId="2400324216" sldId="258"/>
        </pc:sldMkLst>
        <pc:spChg chg="del">
          <ac:chgData name="Chazi Mwale" userId="6874ddde-1309-4f67-b03e-c1b3fdb449a9" providerId="ADAL" clId="{586BAB50-BCA5-4BC8-A709-1002F1D38A04}" dt="2025-11-09T00:18:27.227" v="1" actId="478"/>
          <ac:spMkLst>
            <pc:docMk/>
            <pc:sldMk cId="2400324216" sldId="258"/>
            <ac:spMk id="2" creationId="{50F6B9F3-3B94-0B76-B86F-28D1C40D1FFF}"/>
          </ac:spMkLst>
        </pc:spChg>
        <pc:spChg chg="del">
          <ac:chgData name="Chazi Mwale" userId="6874ddde-1309-4f67-b03e-c1b3fdb449a9" providerId="ADAL" clId="{586BAB50-BCA5-4BC8-A709-1002F1D38A04}" dt="2025-11-09T00:18:27.227" v="1" actId="478"/>
          <ac:spMkLst>
            <pc:docMk/>
            <pc:sldMk cId="2400324216" sldId="258"/>
            <ac:spMk id="3" creationId="{7305682A-BFC1-2C52-C6CD-4869052FE033}"/>
          </ac:spMkLst>
        </pc:spChg>
        <pc:spChg chg="add mod">
          <ac:chgData name="Chazi Mwale" userId="6874ddde-1309-4f67-b03e-c1b3fdb449a9" providerId="ADAL" clId="{586BAB50-BCA5-4BC8-A709-1002F1D38A04}" dt="2025-11-09T00:22:59.814" v="47" actId="1076"/>
          <ac:spMkLst>
            <pc:docMk/>
            <pc:sldMk cId="2400324216" sldId="258"/>
            <ac:spMk id="7" creationId="{A38CA3DC-9441-2161-396C-EEE86C872042}"/>
          </ac:spMkLst>
        </pc:spChg>
        <pc:spChg chg="add mod">
          <ac:chgData name="Chazi Mwale" userId="6874ddde-1309-4f67-b03e-c1b3fdb449a9" providerId="ADAL" clId="{586BAB50-BCA5-4BC8-A709-1002F1D38A04}" dt="2025-11-09T00:23:33.316" v="55" actId="1076"/>
          <ac:spMkLst>
            <pc:docMk/>
            <pc:sldMk cId="2400324216" sldId="258"/>
            <ac:spMk id="8" creationId="{3C3295D2-B368-947C-2FE6-A9F0F605D032}"/>
          </ac:spMkLst>
        </pc:spChg>
        <pc:spChg chg="add mod">
          <ac:chgData name="Chazi Mwale" userId="6874ddde-1309-4f67-b03e-c1b3fdb449a9" providerId="ADAL" clId="{586BAB50-BCA5-4BC8-A709-1002F1D38A04}" dt="2025-11-09T00:23:28.610" v="54" actId="1076"/>
          <ac:spMkLst>
            <pc:docMk/>
            <pc:sldMk cId="2400324216" sldId="258"/>
            <ac:spMk id="11" creationId="{1D86D080-E648-9783-5C2E-50527288803D}"/>
          </ac:spMkLst>
        </pc:spChg>
        <pc:spChg chg="add mod">
          <ac:chgData name="Chazi Mwale" userId="6874ddde-1309-4f67-b03e-c1b3fdb449a9" providerId="ADAL" clId="{586BAB50-BCA5-4BC8-A709-1002F1D38A04}" dt="2025-11-09T00:23:23.615" v="51" actId="1076"/>
          <ac:spMkLst>
            <pc:docMk/>
            <pc:sldMk cId="2400324216" sldId="258"/>
            <ac:spMk id="12" creationId="{824914F9-AAE0-75C1-0D9A-CDF6C79BF020}"/>
          </ac:spMkLst>
        </pc:spChg>
        <pc:picChg chg="add mod">
          <ac:chgData name="Chazi Mwale" userId="6874ddde-1309-4f67-b03e-c1b3fdb449a9" providerId="ADAL" clId="{586BAB50-BCA5-4BC8-A709-1002F1D38A04}" dt="2025-11-09T00:23:25.502" v="53" actId="1076"/>
          <ac:picMkLst>
            <pc:docMk/>
            <pc:sldMk cId="2400324216" sldId="258"/>
            <ac:picMk id="5" creationId="{6914DC49-8AEC-7DFE-0AAB-066E281880C3}"/>
          </ac:picMkLst>
        </pc:picChg>
        <pc:cxnChg chg="add mod">
          <ac:chgData name="Chazi Mwale" userId="6874ddde-1309-4f67-b03e-c1b3fdb449a9" providerId="ADAL" clId="{586BAB50-BCA5-4BC8-A709-1002F1D38A04}" dt="2025-11-09T00:23:10.576" v="50" actId="14100"/>
          <ac:cxnSpMkLst>
            <pc:docMk/>
            <pc:sldMk cId="2400324216" sldId="258"/>
            <ac:cxnSpMk id="6" creationId="{B73E98F5-C0D6-CC3C-EB1B-AE3AAA4964E4}"/>
          </ac:cxnSpMkLst>
        </pc:cxnChg>
        <pc:cxnChg chg="add mod">
          <ac:chgData name="Chazi Mwale" userId="6874ddde-1309-4f67-b03e-c1b3fdb449a9" providerId="ADAL" clId="{586BAB50-BCA5-4BC8-A709-1002F1D38A04}" dt="2025-11-09T00:23:35.569" v="56" actId="14100"/>
          <ac:cxnSpMkLst>
            <pc:docMk/>
            <pc:sldMk cId="2400324216" sldId="258"/>
            <ac:cxnSpMk id="9" creationId="{256A6A76-1977-A0CA-7E1C-B0FF970D115A}"/>
          </ac:cxnSpMkLst>
        </pc:cxnChg>
        <pc:cxnChg chg="add mod">
          <ac:chgData name="Chazi Mwale" userId="6874ddde-1309-4f67-b03e-c1b3fdb449a9" providerId="ADAL" clId="{586BAB50-BCA5-4BC8-A709-1002F1D38A04}" dt="2025-11-09T00:23:38.288" v="57" actId="14100"/>
          <ac:cxnSpMkLst>
            <pc:docMk/>
            <pc:sldMk cId="2400324216" sldId="258"/>
            <ac:cxnSpMk id="10" creationId="{6FC53F5F-3555-D3BF-8A4D-6BC7B47C51C6}"/>
          </ac:cxnSpMkLst>
        </pc:cxnChg>
        <pc:cxnChg chg="add mod">
          <ac:chgData name="Chazi Mwale" userId="6874ddde-1309-4f67-b03e-c1b3fdb449a9" providerId="ADAL" clId="{586BAB50-BCA5-4BC8-A709-1002F1D38A04}" dt="2025-11-09T00:23:42.360" v="58" actId="14100"/>
          <ac:cxnSpMkLst>
            <pc:docMk/>
            <pc:sldMk cId="2400324216" sldId="258"/>
            <ac:cxnSpMk id="13" creationId="{E7D7D7C8-33C5-A3E5-1EF1-52A5972D6D61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94A5E9-0445-D811-979F-2D9E082E55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DD0D51-E7C4-C74B-3E68-6A8D8ADBEA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03AB64-3707-6800-438C-7C78A62A2F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5A4031-7E78-4E1C-9352-7A7E0B3D2A41}" type="datetimeFigureOut">
              <a:rPr lang="en-GB" smtClean="0"/>
              <a:t>09/11/2025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D723E9-7E4B-6BCF-6582-57C574EAF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19377F-F481-C4F1-2A4B-5BFF2C281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F3177-F18C-4CC8-A85B-AC625265F4C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43265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720931-F0BD-9D82-39DD-8CB7999ADE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77F2E0-74D6-4085-4FD7-0B283624D7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45AA02-A23E-2283-6957-316EBC38E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5A4031-7E78-4E1C-9352-7A7E0B3D2A41}" type="datetimeFigureOut">
              <a:rPr lang="en-GB" smtClean="0"/>
              <a:t>09/11/2025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0A9311-3544-BA9B-C163-337BBCEDBB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9FD994-68DB-7DDC-7B61-D43EE5267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F3177-F18C-4CC8-A85B-AC625265F4C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64130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988D2-9F42-F471-ECE5-0023C601A5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ADC27B-A0B9-514B-9A38-F9D7AE54DD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28FD12-EE53-40FF-3B49-820181D7D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5A4031-7E78-4E1C-9352-7A7E0B3D2A41}" type="datetimeFigureOut">
              <a:rPr lang="en-GB" smtClean="0"/>
              <a:t>09/11/2025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3C09FE-E910-6C70-8557-4BCAE4065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48AC02-B399-30AD-FEB4-A945C863AA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F3177-F18C-4CC8-A85B-AC625265F4C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183588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A47C9-29AA-D73E-8F0C-A7E57370A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469B99-1E62-C4DB-8141-8A8986FDB6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F743DD-E373-F4E5-141C-1DB997E8D0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686E1E-EF12-A945-C794-2620F2ADF7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5A4031-7E78-4E1C-9352-7A7E0B3D2A41}" type="datetimeFigureOut">
              <a:rPr lang="en-GB" smtClean="0"/>
              <a:t>09/11/2025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FC5634-3DE3-37F0-167D-91231ABE42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C2E78D-41F2-1F71-CFE0-5E8D413E89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F3177-F18C-4CC8-A85B-AC625265F4C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2279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ECA1E1-4F5D-5329-4909-92F07C2636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AC4D34-4AB4-F0C7-B27A-652ED93053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48F869-F97E-72A3-D0F3-755C2140D3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218388B-5A4E-5562-5316-56BF6BAAEE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D5203AC-A2BC-2F1D-65A9-34E553B614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824FDA6-6524-8568-33CA-6777BC884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5A4031-7E78-4E1C-9352-7A7E0B3D2A41}" type="datetimeFigureOut">
              <a:rPr lang="en-GB" smtClean="0"/>
              <a:t>09/11/2025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BB4BF2D-EC5C-DF58-818A-F31E85695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397644-8775-673C-83F1-0A7D94CB1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F3177-F18C-4CC8-A85B-AC625265F4C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527585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E26DF-02BC-42FC-518C-316FC0E00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0D05BC-3698-DAC0-A042-DB90EFF148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5A4031-7E78-4E1C-9352-7A7E0B3D2A41}" type="datetimeFigureOut">
              <a:rPr lang="en-GB" smtClean="0"/>
              <a:t>09/11/2025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6CA6BB-1A35-0E50-BF0E-59E1069D7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A0407F-77D4-DDAF-25A2-3CFF5CC1C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F3177-F18C-4CC8-A85B-AC625265F4C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15725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32BCD1-786A-C7A2-F79B-B327C6D3C2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5A4031-7E78-4E1C-9352-7A7E0B3D2A41}" type="datetimeFigureOut">
              <a:rPr lang="en-GB" smtClean="0"/>
              <a:t>09/11/2025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AAD29A9-C157-B99C-D547-EE33A24871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3CE50F-5B19-883D-DF40-77E86415A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F3177-F18C-4CC8-A85B-AC625265F4C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419296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594A2-49E5-1A7D-4573-8E2DBA5F78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16254A-792F-0B84-C8F2-9B9D076664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338743-5264-06AF-2E5C-3EA88498AF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070AE0-1104-2B0A-2986-0B738FCA1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5A4031-7E78-4E1C-9352-7A7E0B3D2A41}" type="datetimeFigureOut">
              <a:rPr lang="en-GB" smtClean="0"/>
              <a:t>09/11/2025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68462E-E92F-A2ED-9465-94A41EB27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253A2D-7704-D338-DB5C-49AA54F61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F3177-F18C-4CC8-A85B-AC625265F4C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924085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14EF16-9B3A-9A57-9F7E-096E114B1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77E574-FC03-F553-119C-7822D3BE9B0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41A871-25B9-1CAA-4751-539A4401B7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9C830D-E475-0189-F8EA-66E6F452B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5A4031-7E78-4E1C-9352-7A7E0B3D2A41}" type="datetimeFigureOut">
              <a:rPr lang="en-GB" smtClean="0"/>
              <a:t>09/11/2025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1D472E-B74B-6200-3504-F3E7D9574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F58242-F2BE-8CE2-B14D-9C30FA26A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F3177-F18C-4CC8-A85B-AC625265F4C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29173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5526FB-EAB5-A840-9D7B-C63E1B09C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3BEBEA-F55B-11D5-E18A-D753A52D6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4BC6E4-5DA1-9BFA-FC0E-3CDDA764A1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5A4031-7E78-4E1C-9352-7A7E0B3D2A41}" type="datetimeFigureOut">
              <a:rPr lang="en-GB" smtClean="0"/>
              <a:t>09/11/2025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A194D0-D309-9493-6874-53317A76F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51A294-4897-AA41-52CE-03DA3EFC4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F3177-F18C-4CC8-A85B-AC625265F4C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096093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65BC8B0-4D45-1F82-C58C-2EBB21953C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7A2DA8-5E97-2016-39B3-C0BB60C1FF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74DE7-CA11-D188-EB03-2482471063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5A4031-7E78-4E1C-9352-7A7E0B3D2A41}" type="datetimeFigureOut">
              <a:rPr lang="en-GB" smtClean="0"/>
              <a:t>09/11/2025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704930-8FD4-7EFC-C31A-22264D39F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2661FE-2D28-A85C-26DD-F99270F10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F3177-F18C-4CC8-A85B-AC625265F4C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04765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5399E7-A427-2578-A295-2B6152A8B4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FF6A16-52A9-2AFF-4425-80DB55CC77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30D1E5-3DA4-91A4-9067-4E516FCBB8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5A4031-7E78-4E1C-9352-7A7E0B3D2A41}" type="datetimeFigureOut">
              <a:rPr lang="en-GB" smtClean="0"/>
              <a:t>09/11/2025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D5D5D4-C049-2807-CC49-121963169F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1AEFF2-51E7-59FA-ADAA-0B8F91E57A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8F3177-F18C-4CC8-A85B-AC625265F4C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3002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671B53-F8D2-211F-BD3B-D91A51E14D1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C52670-D575-3711-3A67-77CD06B0FE4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48707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graph of a function&#10;&#10;AI-generated content may be incorrect.">
            <a:extLst>
              <a:ext uri="{FF2B5EF4-FFF2-40B4-BE49-F238E27FC236}">
                <a16:creationId xmlns:a16="http://schemas.microsoft.com/office/drawing/2014/main" id="{5F72178D-93D8-3287-FA09-230F37E301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6056" y="123437"/>
            <a:ext cx="8119888" cy="6611125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FB65E23-EEE6-BDF8-E5A7-4980B3D7FC17}"/>
              </a:ext>
            </a:extLst>
          </p:cNvPr>
          <p:cNvCxnSpPr>
            <a:cxnSpLocks/>
          </p:cNvCxnSpPr>
          <p:nvPr/>
        </p:nvCxnSpPr>
        <p:spPr>
          <a:xfrm>
            <a:off x="6275070" y="4269105"/>
            <a:ext cx="144780" cy="4914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C3682A68-B427-0F20-C643-C76E170406D1}"/>
              </a:ext>
            </a:extLst>
          </p:cNvPr>
          <p:cNvSpPr txBox="1"/>
          <p:nvPr/>
        </p:nvSpPr>
        <p:spPr>
          <a:xfrm>
            <a:off x="5914231" y="3999784"/>
            <a:ext cx="8990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Montserrat" panose="00000500000000000000" pitchFamily="2" charset="0"/>
              </a:rPr>
              <a:t>F’ = 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3F27100-6CEE-9D0A-6C76-D582167E2977}"/>
              </a:ext>
            </a:extLst>
          </p:cNvPr>
          <p:cNvSpPr txBox="1"/>
          <p:nvPr/>
        </p:nvSpPr>
        <p:spPr>
          <a:xfrm>
            <a:off x="5929788" y="3595568"/>
            <a:ext cx="9881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Montserrat" panose="00000500000000000000" pitchFamily="2" charset="0"/>
              </a:rPr>
              <a:t>CO23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00BB161-7FBC-8CB0-FFB9-6157C5AEBFC5}"/>
              </a:ext>
            </a:extLst>
          </p:cNvPr>
          <p:cNvCxnSpPr>
            <a:cxnSpLocks/>
          </p:cNvCxnSpPr>
          <p:nvPr/>
        </p:nvCxnSpPr>
        <p:spPr>
          <a:xfrm>
            <a:off x="6419850" y="3884116"/>
            <a:ext cx="375286" cy="3272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E898AC7-DECA-9700-C6C1-2FEEEAAA40FF}"/>
              </a:ext>
            </a:extLst>
          </p:cNvPr>
          <p:cNvCxnSpPr>
            <a:cxnSpLocks/>
          </p:cNvCxnSpPr>
          <p:nvPr/>
        </p:nvCxnSpPr>
        <p:spPr>
          <a:xfrm>
            <a:off x="6795136" y="3679031"/>
            <a:ext cx="297813" cy="47464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97524BDE-44D7-B196-B9B5-87C3919E277E}"/>
              </a:ext>
            </a:extLst>
          </p:cNvPr>
          <p:cNvSpPr txBox="1"/>
          <p:nvPr/>
        </p:nvSpPr>
        <p:spPr>
          <a:xfrm>
            <a:off x="6448423" y="3345240"/>
            <a:ext cx="9222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Montserrat" panose="00000500000000000000" pitchFamily="2" charset="0"/>
              </a:rPr>
              <a:t>CO13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35207FA-327F-E52A-E2C4-92F4761A1C9E}"/>
              </a:ext>
            </a:extLst>
          </p:cNvPr>
          <p:cNvSpPr txBox="1"/>
          <p:nvPr/>
        </p:nvSpPr>
        <p:spPr>
          <a:xfrm>
            <a:off x="7092948" y="3345239"/>
            <a:ext cx="9881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Montserrat" panose="00000500000000000000" pitchFamily="2" charset="0"/>
              </a:rPr>
              <a:t>F’ = 2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AE42DB1F-128F-AD68-EAE3-7DC7E353385B}"/>
              </a:ext>
            </a:extLst>
          </p:cNvPr>
          <p:cNvCxnSpPr>
            <a:cxnSpLocks/>
          </p:cNvCxnSpPr>
          <p:nvPr/>
        </p:nvCxnSpPr>
        <p:spPr>
          <a:xfrm>
            <a:off x="7424419" y="3605092"/>
            <a:ext cx="0" cy="3946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3B7AF32A-5BE0-AB21-BC89-FF5858C1D756}"/>
              </a:ext>
            </a:extLst>
          </p:cNvPr>
          <p:cNvSpPr txBox="1"/>
          <p:nvPr/>
        </p:nvSpPr>
        <p:spPr>
          <a:xfrm>
            <a:off x="2304846" y="3064046"/>
            <a:ext cx="69056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>
                <a:latin typeface="Montserrat" panose="00000500000000000000" pitchFamily="2" charset="0"/>
              </a:rPr>
              <a:t>(b)</a:t>
            </a:r>
            <a:endParaRPr lang="en-GB" sz="3600" b="1" dirty="0">
              <a:latin typeface="Montserrat" panose="00000500000000000000" pitchFamily="2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E5AD5FA-AE72-AC29-304F-C3D8DC31B0BD}"/>
              </a:ext>
            </a:extLst>
          </p:cNvPr>
          <p:cNvSpPr txBox="1"/>
          <p:nvPr/>
        </p:nvSpPr>
        <p:spPr>
          <a:xfrm>
            <a:off x="2342946" y="0"/>
            <a:ext cx="69056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>
                <a:latin typeface="Montserrat" panose="00000500000000000000" pitchFamily="2" charset="0"/>
              </a:rPr>
              <a:t>(a)</a:t>
            </a:r>
            <a:endParaRPr lang="en-GB" sz="3600" b="1" dirty="0"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75953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aph of a waveform&#10;&#10;AI-generated content may be incorrect.">
            <a:extLst>
              <a:ext uri="{FF2B5EF4-FFF2-40B4-BE49-F238E27FC236}">
                <a16:creationId xmlns:a16="http://schemas.microsoft.com/office/drawing/2014/main" id="{6914DC49-8AEC-7DFE-0AAB-066E281880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6137" y="0"/>
            <a:ext cx="8539726" cy="6858000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73E98F5-C0D6-CC3C-EB1B-AE3AAA4964E4}"/>
              </a:ext>
            </a:extLst>
          </p:cNvPr>
          <p:cNvCxnSpPr>
            <a:cxnSpLocks/>
          </p:cNvCxnSpPr>
          <p:nvPr/>
        </p:nvCxnSpPr>
        <p:spPr>
          <a:xfrm flipH="1" flipV="1">
            <a:off x="6572083" y="3552825"/>
            <a:ext cx="689142" cy="3290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A38CA3DC-9441-2161-396C-EEE86C872042}"/>
              </a:ext>
            </a:extLst>
          </p:cNvPr>
          <p:cNvSpPr txBox="1"/>
          <p:nvPr/>
        </p:nvSpPr>
        <p:spPr>
          <a:xfrm>
            <a:off x="6985050" y="3951297"/>
            <a:ext cx="1138494" cy="523220"/>
          </a:xfrm>
          <a:prstGeom prst="rect">
            <a:avLst/>
          </a:prstGeom>
          <a:gradFill flip="none" rotWithShape="1">
            <a:gsLst>
              <a:gs pos="0">
                <a:srgbClr val="FFFF00">
                  <a:tint val="66000"/>
                  <a:satMod val="160000"/>
                </a:srgbClr>
              </a:gs>
              <a:gs pos="50000">
                <a:srgbClr val="FFFF00">
                  <a:tint val="44500"/>
                  <a:satMod val="160000"/>
                </a:srgbClr>
              </a:gs>
              <a:gs pos="100000">
                <a:srgbClr val="FFFF00">
                  <a:tint val="23500"/>
                  <a:satMod val="160000"/>
                </a:srgbClr>
              </a:gs>
            </a:gsLst>
            <a:lin ang="10800000" scaled="1"/>
            <a:tileRect/>
          </a:gra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800">
                <a:latin typeface="Montserrat" panose="00000500000000000000" pitchFamily="2" charset="0"/>
              </a:defRPr>
            </a:lvl1pPr>
          </a:lstStyle>
          <a:p>
            <a:r>
              <a:rPr lang="en-GB" dirty="0"/>
              <a:t>F’ = 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C3295D2-B368-947C-2FE6-A9F0F605D032}"/>
              </a:ext>
            </a:extLst>
          </p:cNvPr>
          <p:cNvSpPr txBox="1"/>
          <p:nvPr/>
        </p:nvSpPr>
        <p:spPr>
          <a:xfrm>
            <a:off x="6312141" y="1033858"/>
            <a:ext cx="1209025" cy="523220"/>
          </a:xfrm>
          <a:prstGeom prst="rect">
            <a:avLst/>
          </a:prstGeom>
          <a:gradFill flip="none" rotWithShape="1">
            <a:gsLst>
              <a:gs pos="0">
                <a:srgbClr val="FFFF00">
                  <a:tint val="66000"/>
                  <a:satMod val="160000"/>
                </a:srgbClr>
              </a:gs>
              <a:gs pos="50000">
                <a:srgbClr val="FFFF00">
                  <a:tint val="44500"/>
                  <a:satMod val="160000"/>
                </a:srgbClr>
              </a:gs>
              <a:gs pos="100000">
                <a:srgbClr val="FFFF00">
                  <a:tint val="23500"/>
                  <a:satMod val="160000"/>
                </a:srgbClr>
              </a:gs>
            </a:gsLst>
            <a:lin ang="10800000" scaled="1"/>
            <a:tileRect/>
          </a:gra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800">
                <a:latin typeface="Montserrat" panose="00000500000000000000" pitchFamily="2" charset="0"/>
              </a:defRPr>
            </a:lvl1pPr>
          </a:lstStyle>
          <a:p>
            <a:r>
              <a:rPr lang="en-GB" dirty="0"/>
              <a:t>CO23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56A6A76-1977-A0CA-7E1C-B0FF970D115A}"/>
              </a:ext>
            </a:extLst>
          </p:cNvPr>
          <p:cNvCxnSpPr>
            <a:cxnSpLocks/>
          </p:cNvCxnSpPr>
          <p:nvPr/>
        </p:nvCxnSpPr>
        <p:spPr>
          <a:xfrm flipH="1">
            <a:off x="6153156" y="1557078"/>
            <a:ext cx="418927" cy="6434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FC53F5F-3555-D3BF-8A4D-6BC7B47C51C6}"/>
              </a:ext>
            </a:extLst>
          </p:cNvPr>
          <p:cNvCxnSpPr>
            <a:cxnSpLocks/>
          </p:cNvCxnSpPr>
          <p:nvPr/>
        </p:nvCxnSpPr>
        <p:spPr>
          <a:xfrm flipH="1">
            <a:off x="5957238" y="833438"/>
            <a:ext cx="405381" cy="12015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1D86D080-E648-9783-5C2E-50527288803D}"/>
              </a:ext>
            </a:extLst>
          </p:cNvPr>
          <p:cNvSpPr txBox="1"/>
          <p:nvPr/>
        </p:nvSpPr>
        <p:spPr>
          <a:xfrm>
            <a:off x="6165518" y="359430"/>
            <a:ext cx="1095707" cy="523220"/>
          </a:xfrm>
          <a:prstGeom prst="rect">
            <a:avLst/>
          </a:prstGeom>
          <a:gradFill flip="none" rotWithShape="1">
            <a:gsLst>
              <a:gs pos="0">
                <a:srgbClr val="FFFF00">
                  <a:tint val="66000"/>
                  <a:satMod val="160000"/>
                </a:srgbClr>
              </a:gs>
              <a:gs pos="50000">
                <a:srgbClr val="FFFF00">
                  <a:tint val="44500"/>
                  <a:satMod val="160000"/>
                </a:srgbClr>
              </a:gs>
              <a:gs pos="100000">
                <a:srgbClr val="FFFF00">
                  <a:tint val="23500"/>
                  <a:satMod val="160000"/>
                </a:srgbClr>
              </a:gs>
            </a:gsLst>
            <a:lin ang="10800000" scaled="1"/>
            <a:tileRect/>
          </a:gra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800">
                <a:latin typeface="Montserrat" panose="00000500000000000000" pitchFamily="2" charset="0"/>
              </a:defRPr>
            </a:lvl1pPr>
          </a:lstStyle>
          <a:p>
            <a:r>
              <a:rPr lang="en-GB" dirty="0"/>
              <a:t>CO13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24914F9-AAE0-75C1-0D9A-CDF6C79BF020}"/>
              </a:ext>
            </a:extLst>
          </p:cNvPr>
          <p:cNvSpPr txBox="1"/>
          <p:nvPr/>
        </p:nvSpPr>
        <p:spPr>
          <a:xfrm>
            <a:off x="4856724" y="199251"/>
            <a:ext cx="1166856" cy="523220"/>
          </a:xfrm>
          <a:prstGeom prst="rect">
            <a:avLst/>
          </a:prstGeom>
          <a:gradFill flip="none" rotWithShape="1">
            <a:gsLst>
              <a:gs pos="0">
                <a:srgbClr val="FFFF00">
                  <a:tint val="66000"/>
                  <a:satMod val="160000"/>
                </a:srgbClr>
              </a:gs>
              <a:gs pos="50000">
                <a:srgbClr val="FFFF00">
                  <a:tint val="44500"/>
                  <a:satMod val="160000"/>
                </a:srgbClr>
              </a:gs>
              <a:gs pos="100000">
                <a:srgbClr val="FFFF00">
                  <a:tint val="23500"/>
                  <a:satMod val="160000"/>
                </a:srgbClr>
              </a:gs>
            </a:gsLst>
            <a:lin ang="10800000" scaled="1"/>
            <a:tileRect/>
          </a:gra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sz="2800" dirty="0">
                <a:latin typeface="Montserrat" panose="00000500000000000000" pitchFamily="2" charset="0"/>
              </a:rPr>
              <a:t>F’ = 2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7D7D7C8-33C5-A3E5-1EF1-52A5972D6D61}"/>
              </a:ext>
            </a:extLst>
          </p:cNvPr>
          <p:cNvCxnSpPr>
            <a:cxnSpLocks/>
          </p:cNvCxnSpPr>
          <p:nvPr/>
        </p:nvCxnSpPr>
        <p:spPr>
          <a:xfrm>
            <a:off x="5543550" y="657225"/>
            <a:ext cx="34565" cy="103293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03242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458</TotalTime>
  <Words>26</Words>
  <Application>Microsoft Office PowerPoint</Application>
  <PresentationFormat>Widescreen</PresentationFormat>
  <Paragraphs>10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Montserrat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Chazi Mwale</dc:creator>
  <cp:lastModifiedBy>Chazi Mwale</cp:lastModifiedBy>
  <cp:revision>1</cp:revision>
  <dcterms:created xsi:type="dcterms:W3CDTF">2025-11-08T15:41:26Z</dcterms:created>
  <dcterms:modified xsi:type="dcterms:W3CDTF">2025-11-09T00:23:44Z</dcterms:modified>
</cp:coreProperties>
</file>